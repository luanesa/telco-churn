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BDEC"/>
    <a:srgbClr val="9A215F"/>
    <a:srgbClr val="FE972B"/>
    <a:srgbClr val="FE6406"/>
    <a:srgbClr val="B8E1F4"/>
    <a:srgbClr val="FECB46"/>
    <a:srgbClr val="FBE7EB"/>
    <a:srgbClr val="215F9A"/>
    <a:srgbClr val="B8E2F5"/>
    <a:srgbClr val="FECC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A3E08-17B2-FDD2-5743-B88C160B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3FC518-BDD3-5924-390B-20ABCC65D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3AC2E0-4B1D-3811-D0FF-A621E8C7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A8416-3860-2800-596F-981D4BD2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E973E-F0AD-671C-D26C-BBCB20BA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22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ABBAA-F3CF-80BE-E6F5-BD09F681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CF9CB0-E5FB-39C4-77CD-B579FB64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E454E-21AD-59F1-2EC2-A6217D31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CE62B6-DB0D-D6DA-E322-5E623D9E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867ACD-CF67-D096-B0B4-D12B7ED5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85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45E70-C6D1-5D75-3C92-9D387AB0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5385E6-46EE-B224-F2D2-AA752F4B5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7D84E-7F88-36A4-D9F1-5F72AAC1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B88330-A481-3B5A-8A3B-FD5B36AA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20674D-4E14-E81E-9563-26F5ABA3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87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0FB3C-B54A-5DAD-56FB-6FCCCD2F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79CDF3-0FFA-2F93-2B9F-B92414D53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C4BC5A-EE57-5C26-6229-6AC12042C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C02764-0E03-4BDE-8BB3-A187AA7F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4C45E8-DED0-CD40-38E4-4893575A0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9BD426-1C4E-BCF7-7C37-B515BBA7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5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D6C26-37FC-E2FB-2A07-2CDED0F4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57912-69F9-1252-E975-69BC84C24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38064F-7B0C-6B6C-FF8A-823FCCDB3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110923-7017-A003-7743-C3AAFEA80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56E979-6DC0-B4A9-D5FA-62CFCF49F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7C17CC-0D25-B5A9-3F56-0ADB88A9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91155D-06C2-F136-EF1E-8BD5AEE4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C5F209-07C8-9D44-B1C4-A38D62D8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87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5B4CA-4FCE-18D6-AB32-FD7A6530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91FB7A-5941-AB33-3F85-B09CADFD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91CD3E-5D76-82FA-837F-9A10A001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76788C-6115-52DB-7DC2-C79434D4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14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771F72-3F10-3B6A-9489-CFBEE2053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BD43A9F-FCF9-B64B-8CE4-55D459C5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F90FBD-28D9-FAA4-615B-32D0AC72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049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9DE73-8FBF-A88B-02E8-14FE1381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BF9CA6-457D-B4B2-F442-A2AB303B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49B608-3992-BC6E-BAB6-062F36C38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645A4C-18DE-9316-76CE-09B689EC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988D33-488C-3A3C-1155-E1389971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9FFDEE-4C26-31D8-AB30-B56F02FA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003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9BB67-9FD7-41C4-044B-26304382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AB5F026-E5D8-9FDB-99C4-A111004D7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64558E-A219-21B8-8927-8753B07E9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E08F-1F71-707C-2100-59698363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4B95C4-84BC-16DD-0D40-75817FD8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91A9D5-5D88-DD1A-7147-C93732E9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74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8BBA1-1530-1561-F6F1-B879A9EE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AF6E96-D5A4-4409-BF1A-2A46C1E98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12449B-E7D1-ED8C-9C57-80DE72F6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D57F24-56CB-5B56-1856-E3634B3EA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D8A8BD-7D64-46AE-4DFA-D304FFB8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35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A2EE35-CFA7-5014-F068-264CEA5F6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B85143-D9DB-165C-FF31-342DF82BA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73D18-0B5D-A724-D6E0-ADB1224B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6C954-E558-C30F-7A09-532CC823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770D81-9889-6B19-5C25-73147541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47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6FD39BC-5478-40D5-02BA-E954B1BC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49A401-1E41-F53C-846B-BE6E2A49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639521-D7C9-64B5-F2D4-8E62C0E02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03E61-8EE5-4754-AFB8-6C3F1B90F234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248EA7-B56F-AE69-6AA9-A224E24CA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708387-823D-A43F-44E1-1AEE54EB4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B6F64-105F-4289-A838-1E4D614D60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27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33EE72E-5408-B900-DC04-DF98554DD8EB}"/>
              </a:ext>
            </a:extLst>
          </p:cNvPr>
          <p:cNvSpPr/>
          <p:nvPr/>
        </p:nvSpPr>
        <p:spPr>
          <a:xfrm>
            <a:off x="0" y="-89647"/>
            <a:ext cx="12192000" cy="6858000"/>
          </a:xfrm>
          <a:prstGeom prst="roundRect">
            <a:avLst>
              <a:gd name="adj" fmla="val 239"/>
            </a:avLst>
          </a:prstGeom>
          <a:solidFill>
            <a:srgbClr val="22619A"/>
          </a:solidFill>
          <a:effectLst>
            <a:glow>
              <a:schemeClr val="accent1">
                <a:alpha val="55000"/>
              </a:schemeClr>
            </a:glow>
            <a:innerShdw blurRad="762000" dist="101600">
              <a:prstClr val="black">
                <a:alpha val="9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B96CA19-42E4-B6DA-C9E3-95B9EF080229}"/>
              </a:ext>
            </a:extLst>
          </p:cNvPr>
          <p:cNvSpPr/>
          <p:nvPr/>
        </p:nvSpPr>
        <p:spPr>
          <a:xfrm>
            <a:off x="311019" y="92300"/>
            <a:ext cx="2730761" cy="1133670"/>
          </a:xfrm>
          <a:prstGeom prst="roundRect">
            <a:avLst>
              <a:gd name="adj" fmla="val 11132"/>
            </a:avLst>
          </a:prstGeom>
          <a:solidFill>
            <a:srgbClr val="FECC46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A99352E-6AD8-0295-580B-58867ECA1007}"/>
              </a:ext>
            </a:extLst>
          </p:cNvPr>
          <p:cNvSpPr/>
          <p:nvPr/>
        </p:nvSpPr>
        <p:spPr>
          <a:xfrm>
            <a:off x="3225280" y="92300"/>
            <a:ext cx="2730761" cy="1133670"/>
          </a:xfrm>
          <a:prstGeom prst="roundRect">
            <a:avLst>
              <a:gd name="adj" fmla="val 9550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10AB68-9FF1-F10F-6A73-A87A865A5C9F}"/>
              </a:ext>
            </a:extLst>
          </p:cNvPr>
          <p:cNvSpPr/>
          <p:nvPr/>
        </p:nvSpPr>
        <p:spPr>
          <a:xfrm>
            <a:off x="6150428" y="92300"/>
            <a:ext cx="2730761" cy="1133670"/>
          </a:xfrm>
          <a:prstGeom prst="roundRect">
            <a:avLst>
              <a:gd name="adj" fmla="val 10341"/>
            </a:avLst>
          </a:prstGeom>
          <a:solidFill>
            <a:srgbClr val="FBECF0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987E642-A15F-D527-FA59-90AFCFF5B4CC}"/>
              </a:ext>
            </a:extLst>
          </p:cNvPr>
          <p:cNvSpPr/>
          <p:nvPr/>
        </p:nvSpPr>
        <p:spPr>
          <a:xfrm>
            <a:off x="9171214" y="92300"/>
            <a:ext cx="2730761" cy="1133670"/>
          </a:xfrm>
          <a:prstGeom prst="roundRect">
            <a:avLst>
              <a:gd name="adj" fmla="val 8759"/>
            </a:avLst>
          </a:prstGeom>
          <a:solidFill>
            <a:srgbClr val="B8E2F5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30F8F85-53C4-5680-E12B-C0D8BE5BCD64}"/>
              </a:ext>
            </a:extLst>
          </p:cNvPr>
          <p:cNvSpPr/>
          <p:nvPr/>
        </p:nvSpPr>
        <p:spPr>
          <a:xfrm>
            <a:off x="5411239" y="1485467"/>
            <a:ext cx="3221076" cy="2534359"/>
          </a:xfrm>
          <a:prstGeom prst="roundRect">
            <a:avLst>
              <a:gd name="adj" fmla="val 676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08F00E0-CC70-FAED-EF44-82A5179D68EA}"/>
              </a:ext>
            </a:extLst>
          </p:cNvPr>
          <p:cNvSpPr/>
          <p:nvPr/>
        </p:nvSpPr>
        <p:spPr>
          <a:xfrm>
            <a:off x="8881189" y="1485466"/>
            <a:ext cx="3020786" cy="2534359"/>
          </a:xfrm>
          <a:prstGeom prst="roundRect">
            <a:avLst>
              <a:gd name="adj" fmla="val 6409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B5228BD-2EAF-AD36-0C31-D9B17F74E070}"/>
              </a:ext>
            </a:extLst>
          </p:cNvPr>
          <p:cNvSpPr/>
          <p:nvPr/>
        </p:nvSpPr>
        <p:spPr>
          <a:xfrm>
            <a:off x="5973261" y="4304140"/>
            <a:ext cx="5945934" cy="2295473"/>
          </a:xfrm>
          <a:prstGeom prst="roundRect">
            <a:avLst>
              <a:gd name="adj" fmla="val 4560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540250F-DE5C-67CA-3EFA-B421C1B64463}"/>
              </a:ext>
            </a:extLst>
          </p:cNvPr>
          <p:cNvSpPr/>
          <p:nvPr/>
        </p:nvSpPr>
        <p:spPr>
          <a:xfrm>
            <a:off x="82849" y="1504479"/>
            <a:ext cx="1526541" cy="5095134"/>
          </a:xfrm>
          <a:prstGeom prst="roundRect">
            <a:avLst>
              <a:gd name="adj" fmla="val 9033"/>
            </a:avLst>
          </a:prstGeom>
          <a:solidFill>
            <a:srgbClr val="215F9A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D9BCB8D-FCB0-FD74-3E87-C0E0EC38A7B7}"/>
              </a:ext>
            </a:extLst>
          </p:cNvPr>
          <p:cNvSpPr/>
          <p:nvPr/>
        </p:nvSpPr>
        <p:spPr>
          <a:xfrm>
            <a:off x="1851554" y="1497074"/>
            <a:ext cx="3221076" cy="2534359"/>
          </a:xfrm>
          <a:prstGeom prst="roundRect">
            <a:avLst>
              <a:gd name="adj" fmla="val 5348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11B3E29-D8CA-D60E-26EC-1528D7B8CC2D}"/>
              </a:ext>
            </a:extLst>
          </p:cNvPr>
          <p:cNvSpPr/>
          <p:nvPr/>
        </p:nvSpPr>
        <p:spPr>
          <a:xfrm>
            <a:off x="1864975" y="4290933"/>
            <a:ext cx="3835481" cy="2295472"/>
          </a:xfrm>
          <a:prstGeom prst="roundRect">
            <a:avLst>
              <a:gd name="adj" fmla="val 4170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  <a:outerShdw blurRad="50800" dist="38100" dir="5400000" algn="t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283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AF5768E-0767-5568-6B84-CB2A0EE422C0}"/>
              </a:ext>
            </a:extLst>
          </p:cNvPr>
          <p:cNvSpPr/>
          <p:nvPr/>
        </p:nvSpPr>
        <p:spPr>
          <a:xfrm>
            <a:off x="1507844" y="-1"/>
            <a:ext cx="9073070" cy="6858000"/>
          </a:xfrm>
          <a:prstGeom prst="roundRect">
            <a:avLst>
              <a:gd name="adj" fmla="val 239"/>
            </a:avLst>
          </a:prstGeom>
          <a:solidFill>
            <a:srgbClr val="215F9A"/>
          </a:solidFill>
          <a:effectLst>
            <a:glow>
              <a:schemeClr val="accent1">
                <a:alpha val="55000"/>
              </a:schemeClr>
            </a:glow>
            <a:innerShdw blurRad="762000" dist="101600">
              <a:prstClr val="black">
                <a:alpha val="9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11906B1-4185-FAEB-32C7-73DFCBFBAAF6}"/>
              </a:ext>
            </a:extLst>
          </p:cNvPr>
          <p:cNvSpPr/>
          <p:nvPr/>
        </p:nvSpPr>
        <p:spPr>
          <a:xfrm>
            <a:off x="2261117" y="405881"/>
            <a:ext cx="7669765" cy="1796143"/>
          </a:xfrm>
          <a:prstGeom prst="roundRect">
            <a:avLst/>
          </a:prstGeom>
          <a:solidFill>
            <a:srgbClr val="FBE7EB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6847945-5C3C-8D0E-F008-5AD86CF20E36}"/>
              </a:ext>
            </a:extLst>
          </p:cNvPr>
          <p:cNvSpPr/>
          <p:nvPr/>
        </p:nvSpPr>
        <p:spPr>
          <a:xfrm>
            <a:off x="2261116" y="2530927"/>
            <a:ext cx="7669765" cy="1796143"/>
          </a:xfrm>
          <a:prstGeom prst="roundRect">
            <a:avLst>
              <a:gd name="adj" fmla="val 13672"/>
            </a:avLst>
          </a:prstGeom>
          <a:solidFill>
            <a:srgbClr val="FECB46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18942DF-9967-478B-72DD-5A44A8F5D079}"/>
              </a:ext>
            </a:extLst>
          </p:cNvPr>
          <p:cNvSpPr/>
          <p:nvPr/>
        </p:nvSpPr>
        <p:spPr>
          <a:xfrm>
            <a:off x="2261116" y="4655973"/>
            <a:ext cx="7669765" cy="1796143"/>
          </a:xfrm>
          <a:prstGeom prst="roundRect">
            <a:avLst/>
          </a:prstGeom>
          <a:solidFill>
            <a:srgbClr val="B8E1F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086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AF3D7ED-E94B-62C0-96E3-985B82228830}"/>
              </a:ext>
            </a:extLst>
          </p:cNvPr>
          <p:cNvSpPr/>
          <p:nvPr/>
        </p:nvSpPr>
        <p:spPr>
          <a:xfrm>
            <a:off x="1507844" y="-1"/>
            <a:ext cx="9073070" cy="6858000"/>
          </a:xfrm>
          <a:prstGeom prst="roundRect">
            <a:avLst>
              <a:gd name="adj" fmla="val 239"/>
            </a:avLst>
          </a:prstGeom>
          <a:solidFill>
            <a:srgbClr val="215F9A"/>
          </a:solidFill>
          <a:effectLst>
            <a:glow>
              <a:schemeClr val="accent1">
                <a:alpha val="55000"/>
              </a:schemeClr>
            </a:glow>
            <a:innerShdw blurRad="762000" dist="101600">
              <a:prstClr val="black">
                <a:alpha val="9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70CA6BB-33D1-4750-6BA7-F7AAD009431B}"/>
              </a:ext>
            </a:extLst>
          </p:cNvPr>
          <p:cNvSpPr/>
          <p:nvPr/>
        </p:nvSpPr>
        <p:spPr>
          <a:xfrm>
            <a:off x="2261117" y="405881"/>
            <a:ext cx="7669765" cy="1796143"/>
          </a:xfrm>
          <a:prstGeom prst="roundRect">
            <a:avLst/>
          </a:prstGeom>
          <a:solidFill>
            <a:srgbClr val="9A215F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49B168B-2D4F-1B9B-D7D5-B962502B6D1F}"/>
              </a:ext>
            </a:extLst>
          </p:cNvPr>
          <p:cNvSpPr/>
          <p:nvPr/>
        </p:nvSpPr>
        <p:spPr>
          <a:xfrm>
            <a:off x="2261116" y="2530927"/>
            <a:ext cx="7669765" cy="1796143"/>
          </a:xfrm>
          <a:prstGeom prst="roundRect">
            <a:avLst>
              <a:gd name="adj" fmla="val 13672"/>
            </a:avLst>
          </a:prstGeom>
          <a:solidFill>
            <a:srgbClr val="FE972B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9AD3919-ABCE-F97E-0223-4D15D4A00F0C}"/>
              </a:ext>
            </a:extLst>
          </p:cNvPr>
          <p:cNvSpPr/>
          <p:nvPr/>
        </p:nvSpPr>
        <p:spPr>
          <a:xfrm>
            <a:off x="2261116" y="4655973"/>
            <a:ext cx="7669765" cy="1796143"/>
          </a:xfrm>
          <a:prstGeom prst="roundRect">
            <a:avLst/>
          </a:prstGeom>
          <a:solidFill>
            <a:srgbClr val="37BDEC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616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108B8BD-FE77-13BB-54E9-D37722B98A5D}"/>
              </a:ext>
            </a:extLst>
          </p:cNvPr>
          <p:cNvSpPr/>
          <p:nvPr/>
        </p:nvSpPr>
        <p:spPr>
          <a:xfrm>
            <a:off x="1507844" y="-1"/>
            <a:ext cx="9073070" cy="6858000"/>
          </a:xfrm>
          <a:prstGeom prst="roundRect">
            <a:avLst>
              <a:gd name="adj" fmla="val 239"/>
            </a:avLst>
          </a:prstGeom>
          <a:solidFill>
            <a:srgbClr val="215F9A"/>
          </a:solidFill>
          <a:effectLst>
            <a:glow>
              <a:schemeClr val="accent1">
                <a:alpha val="55000"/>
              </a:schemeClr>
            </a:glow>
            <a:innerShdw blurRad="762000" dist="101600">
              <a:prstClr val="black">
                <a:alpha val="9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D3023EF-0DE0-B2E8-CA67-660C06C7A885}"/>
              </a:ext>
            </a:extLst>
          </p:cNvPr>
          <p:cNvSpPr/>
          <p:nvPr/>
        </p:nvSpPr>
        <p:spPr>
          <a:xfrm>
            <a:off x="2323868" y="531843"/>
            <a:ext cx="7669765" cy="2390650"/>
          </a:xfrm>
          <a:prstGeom prst="roundRect">
            <a:avLst>
              <a:gd name="adj" fmla="val 13672"/>
            </a:avLst>
          </a:prstGeom>
          <a:solidFill>
            <a:srgbClr val="FE972B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261AA3B-8330-CF61-BCAD-6FE2EE751417}"/>
              </a:ext>
            </a:extLst>
          </p:cNvPr>
          <p:cNvSpPr/>
          <p:nvPr/>
        </p:nvSpPr>
        <p:spPr>
          <a:xfrm>
            <a:off x="2323869" y="3935507"/>
            <a:ext cx="7669765" cy="2390652"/>
          </a:xfrm>
          <a:prstGeom prst="roundRect">
            <a:avLst/>
          </a:prstGeom>
          <a:solidFill>
            <a:srgbClr val="37BDEC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967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D198D6D-974D-E785-1D4E-2FDC5D498DA2}"/>
              </a:ext>
            </a:extLst>
          </p:cNvPr>
          <p:cNvSpPr/>
          <p:nvPr/>
        </p:nvSpPr>
        <p:spPr>
          <a:xfrm>
            <a:off x="1507844" y="-1"/>
            <a:ext cx="9073070" cy="6858000"/>
          </a:xfrm>
          <a:prstGeom prst="roundRect">
            <a:avLst>
              <a:gd name="adj" fmla="val 239"/>
            </a:avLst>
          </a:prstGeom>
          <a:solidFill>
            <a:srgbClr val="215F9A"/>
          </a:solidFill>
          <a:effectLst>
            <a:glow>
              <a:schemeClr val="accent1">
                <a:alpha val="55000"/>
              </a:schemeClr>
            </a:glow>
            <a:innerShdw blurRad="762000" dist="101600">
              <a:prstClr val="black">
                <a:alpha val="9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45A3B84-B139-4999-2165-293DA5E9A063}"/>
              </a:ext>
            </a:extLst>
          </p:cNvPr>
          <p:cNvSpPr/>
          <p:nvPr/>
        </p:nvSpPr>
        <p:spPr>
          <a:xfrm>
            <a:off x="2261117" y="405881"/>
            <a:ext cx="7669765" cy="17961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FF66634-E9C8-5A6F-8FB9-10D09E607541}"/>
              </a:ext>
            </a:extLst>
          </p:cNvPr>
          <p:cNvSpPr/>
          <p:nvPr/>
        </p:nvSpPr>
        <p:spPr>
          <a:xfrm>
            <a:off x="2261116" y="2530927"/>
            <a:ext cx="7669765" cy="1796143"/>
          </a:xfrm>
          <a:prstGeom prst="roundRect">
            <a:avLst>
              <a:gd name="adj" fmla="val 13672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DE636E5-F939-DA86-2493-FB25034D3A88}"/>
              </a:ext>
            </a:extLst>
          </p:cNvPr>
          <p:cNvSpPr/>
          <p:nvPr/>
        </p:nvSpPr>
        <p:spPr>
          <a:xfrm>
            <a:off x="2261116" y="4655973"/>
            <a:ext cx="7669765" cy="17961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72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F5B957B-F17A-441D-AE32-084C4F15DBC5}"/>
              </a:ext>
            </a:extLst>
          </p:cNvPr>
          <p:cNvSpPr/>
          <p:nvPr/>
        </p:nvSpPr>
        <p:spPr>
          <a:xfrm>
            <a:off x="1507844" y="-1"/>
            <a:ext cx="9073070" cy="6858000"/>
          </a:xfrm>
          <a:prstGeom prst="roundRect">
            <a:avLst>
              <a:gd name="adj" fmla="val 239"/>
            </a:avLst>
          </a:prstGeom>
          <a:solidFill>
            <a:srgbClr val="215F9A"/>
          </a:solidFill>
          <a:effectLst>
            <a:glow>
              <a:schemeClr val="accent1">
                <a:alpha val="55000"/>
              </a:schemeClr>
            </a:glow>
            <a:innerShdw blurRad="762000" dist="101600">
              <a:prstClr val="black">
                <a:alpha val="9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4BD3BBF-CB44-7424-7D6F-E192E77ED6AC}"/>
              </a:ext>
            </a:extLst>
          </p:cNvPr>
          <p:cNvSpPr/>
          <p:nvPr/>
        </p:nvSpPr>
        <p:spPr>
          <a:xfrm>
            <a:off x="2323868" y="531843"/>
            <a:ext cx="7669765" cy="2390650"/>
          </a:xfrm>
          <a:prstGeom prst="roundRect">
            <a:avLst>
              <a:gd name="adj" fmla="val 13672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893AD1D-BB92-94BC-8AE4-EB69AD21FFDF}"/>
              </a:ext>
            </a:extLst>
          </p:cNvPr>
          <p:cNvSpPr/>
          <p:nvPr/>
        </p:nvSpPr>
        <p:spPr>
          <a:xfrm>
            <a:off x="2323869" y="3935507"/>
            <a:ext cx="7669765" cy="239065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350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 Eduardo</dc:creator>
  <cp:lastModifiedBy>Luan Eduardo</cp:lastModifiedBy>
  <cp:revision>2</cp:revision>
  <dcterms:created xsi:type="dcterms:W3CDTF">2026-03-31T21:57:53Z</dcterms:created>
  <dcterms:modified xsi:type="dcterms:W3CDTF">2026-03-31T23:40:35Z</dcterms:modified>
</cp:coreProperties>
</file>